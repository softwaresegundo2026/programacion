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48840"/>
            <a:ext cx="1463040" cy="8229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Consumo de APIs en Next.js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E0E7FF"/>
                </a:solidFill>
                <a:latin typeface="Segoe UI"/>
              </a:rPr>
              <a:t>TanStack Query · React Hook Form ·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CBD5E1"/>
                </a:solidFill>
                <a:latin typeface="Segoe UI"/>
              </a:rPr>
              <a:t>Por qué se aplican: datos con caché, formularios validados y estado del cliente, sin reinventar la rueda.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4748B"/>
                </a:solidFill>
                <a:latin typeface="Segoe UI"/>
              </a:rPr>
              <a:t>Programación / Diseño Web · Material de clase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64748B"/>
                </a:solidFill>
                <a:latin typeface="Segoe UI"/>
              </a:rPr>
              <a:t>Agosto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34440"/>
            <a:ext cx="1005840" cy="6400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Segoe UI"/>
              </a:rPr>
              <a:t>Qué vamos a ver y por qué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El problema actual: </a:t>
            </a:r>
            <a:r>
              <a:rPr sz="1800" b="0">
                <a:solidFill>
                  <a:srgbClr val="1E293B"/>
                </a:solidFill>
                <a:latin typeface="Segoe UI"/>
              </a:rPr>
              <a:t>cómo conectamos el frontend a la API hoy (fetch manual, mock, estados repetidos).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Server State vs Client State: </a:t>
            </a:r>
            <a:r>
              <a:rPr sz="1800" b="0">
                <a:solidFill>
                  <a:srgbClr val="1E293B"/>
                </a:solidFill>
                <a:latin typeface="Segoe UI"/>
              </a:rPr>
              <a:t>dos tipos de estado que no se deben mezclar.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TanStack Query: </a:t>
            </a:r>
            <a:r>
              <a:rPr sz="1800" b="0">
                <a:solidFill>
                  <a:srgbClr val="1E293B"/>
                </a:solidFill>
                <a:latin typeface="Segoe UI"/>
              </a:rPr>
              <a:t>useQuery, useMutation, caché, invalidación y optimistic updates.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React Hook Form + Zod: </a:t>
            </a:r>
            <a:r>
              <a:rPr sz="1800" b="0">
                <a:solidFill>
                  <a:srgbClr val="1E293B"/>
                </a:solidFill>
                <a:latin typeface="Segoe UI"/>
              </a:rPr>
              <a:t>formularios gestionados con validación tipada en un solo esquema.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Zustand: </a:t>
            </a:r>
            <a:r>
              <a:rPr sz="1800" b="0">
                <a:solidFill>
                  <a:srgbClr val="1E293B"/>
                </a:solidFill>
                <a:latin typeface="Segoe UI"/>
              </a:rPr>
              <a:t>el estado del navegador (carrito, filtros) sin fricción.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Estados de UI: </a:t>
            </a:r>
            <a:r>
              <a:rPr sz="1800" b="0">
                <a:solidFill>
                  <a:srgbClr val="1E293B"/>
                </a:solidFill>
                <a:latin typeface="Segoe UI"/>
              </a:rPr>
              <a:t>loading, error y empty de una sola forma en todo el sistema.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Proyecto ejemplo </a:t>
            </a:r>
            <a:r>
              <a:rPr sz="1800" b="0">
                <a:solidFill>
                  <a:srgbClr val="1E293B"/>
                </a:solidFill>
                <a:latin typeface="Segoe UI"/>
              </a:rPr>
              <a:t>en Material-Clase/react-query-rhf-example y cómo aplicarlo a cada grupo.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Taller Frontend · TanStack Query + React Hook Form + Zod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El problema: cómo conectamos hoy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34440"/>
            <a:ext cx="1005840" cy="6400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Segoe UI"/>
              </a:rPr>
              <a:t>Lo que se repite en los proyectos y por qué hay que cambiarlo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fetch() suelto en cada componente </a:t>
            </a:r>
            <a:r>
              <a:rPr sz="1800" b="0">
                <a:solidFill>
                  <a:srgbClr val="1E293B"/>
                </a:solidFill>
                <a:latin typeface="Segoe UI"/>
              </a:rPr>
              <a:t>→ la lógica de datos queda dispersa y sin tipado.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Estados manuales con useEffect + useState </a:t>
            </a:r>
            <a:r>
              <a:rPr sz="1800" b="0">
                <a:solidFill>
                  <a:srgbClr val="1E293B"/>
                </a:solidFill>
                <a:latin typeface="Segoe UI"/>
              </a:rPr>
              <a:t>→ cada pantalla reinventa loading/error/vacío (y se olvida de alguno).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Fallback a mock data </a:t>
            </a:r>
            <a:r>
              <a:rPr sz="1800" b="0">
                <a:solidFill>
                  <a:srgbClr val="1E293B"/>
                </a:solidFill>
                <a:latin typeface="Segoe UI"/>
              </a:rPr>
              <a:t>→ la app funciona con datos falsos y la integración real queda sin probar.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Sin caché </a:t>
            </a:r>
            <a:r>
              <a:rPr sz="1800" b="0">
                <a:solidFill>
                  <a:srgbClr val="1E293B"/>
                </a:solidFill>
                <a:latin typeface="Segoe UI"/>
              </a:rPr>
              <a:t>→ cada navegación vuelve a pedir la lista entera al backend.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Validación duplicada </a:t>
            </a:r>
            <a:r>
              <a:rPr sz="1800" b="0">
                <a:solidFill>
                  <a:srgbClr val="1E293B"/>
                </a:solidFill>
                <a:latin typeface="Segoe UI"/>
              </a:rPr>
              <a:t>→ reglas en el HTML, en el submit y en el backend, sin una fuente única.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4748B"/>
                </a:solidFill>
                <a:latin typeface="Segoe UI"/>
              </a:rPr>
              <a:t>Estos tres problemas se resuelven con las tres librerías del taller.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Taller Frontend · TanStack Query + React Hook Form + Zod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Server State vs Client 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34440"/>
            <a:ext cx="1005840" cy="6400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Segoe UI"/>
              </a:rPr>
              <a:t>El concepto base: hay dos tipos de estado y no se deben mezclar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6366F1"/>
                </a:solidFill>
                <a:latin typeface="Segoe UI"/>
              </a:rPr>
              <a:t>Server State (estado de servidor): </a:t>
            </a:r>
            <a:r>
              <a:rPr sz="1800" b="0">
                <a:solidFill>
                  <a:srgbClr val="1E293B"/>
                </a:solidFill>
                <a:latin typeface="Segoe UI"/>
              </a:rPr>
              <a:t>los datos que viven en la API (productos, usuarios, vehículos…).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0">
                <a:solidFill>
                  <a:srgbClr val="1E293B"/>
                </a:solidFill>
                <a:latin typeface="Segoe UI"/>
              </a:rPr>
              <a:t>Es asíncrono, compartido, y puede quedar desactualizado </a:t>
            </a:r>
            <a:r>
              <a:rPr sz="1800" b="0">
                <a:solidFill>
                  <a:srgbClr val="1E293B"/>
                </a:solidFill>
                <a:latin typeface="Segoe UI"/>
              </a:rPr>
              <a:t>si otro usuario cambió los datos.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6366F1"/>
                </a:solidFill>
                <a:latin typeface="Segoe UI"/>
              </a:rPr>
              <a:t>Client State (estado de cliente): </a:t>
            </a:r>
            <a:r>
              <a:rPr sz="1800" b="0">
                <a:solidFill>
                  <a:srgbClr val="1E293B"/>
                </a:solidFill>
                <a:latin typeface="Segoe UI"/>
              </a:rPr>
              <a:t>lo que solo existe en el navegador (carrito, filtro activo, tema, menú abierto).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Mezclarlos </a:t>
            </a:r>
            <a:r>
              <a:rPr sz="1800" b="0">
                <a:solidFill>
                  <a:srgbClr val="1E293B"/>
                </a:solidFill>
                <a:latin typeface="Segoe UI"/>
              </a:rPr>
              <a:t>es la causa de bugs clásicos: datos que no se actualizan o UI que no refleja la API.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La división de trabajo: </a:t>
            </a:r>
            <a:r>
              <a:rPr sz="1800" b="0">
                <a:solidFill>
                  <a:srgbClr val="1E293B"/>
                </a:solidFill>
                <a:latin typeface="Segoe UI"/>
              </a:rPr>
              <a:t>TanStack Query → server state · Zustand → client state.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Taller Frontend · TanStack Query + React Hook Form + Zod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TanStack Query — qué es y por qué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34440"/>
            <a:ext cx="1005840" cy="6400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Segoe UI"/>
              </a:rPr>
              <a:t>La capa de datos del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Librería estándar para datos asíncronos en React </a:t>
            </a:r>
            <a:r>
              <a:rPr sz="1800" b="0">
                <a:solidFill>
                  <a:srgbClr val="1E293B"/>
                </a:solidFill>
                <a:latin typeface="Segoe UI"/>
              </a:rPr>
              <a:t>(fetching, caché, sincronización y actualizaciones).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useQuery </a:t>
            </a:r>
            <a:r>
              <a:rPr sz="1800" b="0">
                <a:solidFill>
                  <a:srgbClr val="1E293B"/>
                </a:solidFill>
                <a:latin typeface="Segoe UI"/>
              </a:rPr>
              <a:t>para leer (GET) con caché y estados listos.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useMutation </a:t>
            </a:r>
            <a:r>
              <a:rPr sz="1800" b="0">
                <a:solidFill>
                  <a:srgbClr val="1E293B"/>
                </a:solidFill>
                <a:latin typeface="Segoe UI"/>
              </a:rPr>
              <a:t>para escribir (POST/PUT/DELETE) con loading, error y rollback.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Invalidación de caché: </a:t>
            </a:r>
            <a:r>
              <a:rPr sz="1800" b="0">
                <a:solidFill>
                  <a:srgbClr val="1E293B"/>
                </a:solidFill>
                <a:latin typeface="Segoe UI"/>
              </a:rPr>
              <a:t>tras una mutación, la lista se vuelve a pedir automáticamente.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Por qué: </a:t>
            </a:r>
            <a:r>
              <a:rPr sz="1800" b="0">
                <a:solidFill>
                  <a:srgbClr val="1E293B"/>
                </a:solidFill>
                <a:latin typeface="Segoe UI"/>
              </a:rPr>
              <a:t>deja de esconder la integración detrás de mocks y resuelve los estados de design.md en una línea.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>
                <a:solidFill>
                  <a:srgbClr val="0F172A"/>
                </a:solidFill>
                <a:latin typeface="Consolas"/>
              </a:rPr>
              <a:t>    const { data, isLoading, isError, refetch } = useQuery({
      queryKey: ['productos'],
      queryFn: () =&gt; apiRequest('/productos'),
    });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Taller Frontend · TanStack Query + React Hook Form + Zod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useQuery — los estados resueltos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34440"/>
            <a:ext cx="1005840" cy="6400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Segoe UI"/>
              </a:rPr>
              <a:t>Cada pantalla de listado debería contemplar: carga, error y vacío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isLoading: </a:t>
            </a:r>
            <a:r>
              <a:rPr sz="1800" b="0">
                <a:solidFill>
                  <a:srgbClr val="1E293B"/>
                </a:solidFill>
                <a:latin typeface="Segoe UI"/>
              </a:rPr>
              <a:t>primer pedido en curso → skeleton.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isError + error.message: </a:t>
            </a:r>
            <a:r>
              <a:rPr sz="1800" b="0">
                <a:solidFill>
                  <a:srgbClr val="1E293B"/>
                </a:solidFill>
                <a:latin typeface="Segoe UI"/>
              </a:rPr>
              <a:t>fallo de red o 404/500 → mensaje claro + botón reintentar.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data vacía: </a:t>
            </a:r>
            <a:r>
              <a:rPr sz="1800" b="0">
                <a:solidFill>
                  <a:srgbClr val="1E293B"/>
                </a:solidFill>
                <a:latin typeface="Segoe UI"/>
              </a:rPr>
              <a:t>0 resultados → empty state que invita a crear.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data con contenido: </a:t>
            </a:r>
            <a:r>
              <a:rPr sz="1800" b="0">
                <a:solidFill>
                  <a:srgbClr val="1E293B"/>
                </a:solidFill>
                <a:latin typeface="Segoe UI"/>
              </a:rPr>
              <a:t>la lista, servida desde la caché si ya se pidió antes.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Por qué: </a:t>
            </a:r>
            <a:r>
              <a:rPr sz="1800" b="0">
                <a:solidFill>
                  <a:srgbClr val="1E293B"/>
                </a:solidFill>
                <a:latin typeface="Segoe UI"/>
              </a:rPr>
              <a:t>es el mismo patrón en todas las entidades (consistencia) y el código de estados no se duplica.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4748B"/>
                </a:solidFill>
                <a:latin typeface="Segoe UI"/>
              </a:rPr>
              <a:t>En el proyecto ejemplo esto está en app/productos/page.tsx (LoadingSkeleton, ErrorState, EmptyState).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Taller Frontend · TanStack Query + React Hook Form + Zod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useMutation + invalidación de caché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34440"/>
            <a:ext cx="1005840" cy="6400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Segoe UI"/>
              </a:rPr>
              <a:t>Escribir en la API y mantener la UI sincronizada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useMutation </a:t>
            </a:r>
            <a:r>
              <a:rPr sz="1800" b="0">
                <a:solidFill>
                  <a:srgbClr val="1E293B"/>
                </a:solidFill>
                <a:latin typeface="Segoe UI"/>
              </a:rPr>
              <a:t>maneja el ciclo de una escritura: isPending, isError, onSuccess.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Al crear/editar un producto: </a:t>
            </a:r>
            <a:r>
              <a:rPr sz="1800" b="0">
                <a:solidFill>
                  <a:srgbClr val="1E293B"/>
                </a:solidFill>
                <a:latin typeface="Segoe UI"/>
              </a:rPr>
              <a:t>onSuccess → invalidateQueries(['productos']).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invalidateQueries </a:t>
            </a:r>
            <a:r>
              <a:rPr sz="1800" b="0">
                <a:solidFill>
                  <a:srgbClr val="1E293B"/>
                </a:solidFill>
                <a:latin typeface="Segoe UI"/>
              </a:rPr>
              <a:t>marca la lista como vieja y la vuelve a pedir: la UI refleja la API.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>
                <a:solidFill>
                  <a:srgbClr val="0F172A"/>
                </a:solidFill>
                <a:latin typeface="Consolas"/>
              </a:rPr>
              <a:t>    const crear = useMutation({
      mutationFn: (datos) =&gt; apiRequest('/productos', { method: 'POST', body: JSON.stringify(datos) }),
      onSuccess: () =&gt; queryClient.invalidateQueries({ queryKey: ['productos'] }),
    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Por qué: </a:t>
            </a:r>
            <a:r>
              <a:rPr sz="1800" b="0">
                <a:solidFill>
                  <a:srgbClr val="1E293B"/>
                </a:solidFill>
                <a:latin typeface="Segoe UI"/>
              </a:rPr>
              <a:t>sin esto, crear un elemento no aparecería en el listado hasta recargar la página.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Taller Frontend · TanStack Query + React Hook Form + Zod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Actualización optimista (optimistic updates)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34440"/>
            <a:ext cx="1005840" cy="6400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Segoe UI"/>
              </a:rPr>
              <a:t>UI instantánea con rollback si el servidor falla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onMutate: </a:t>
            </a:r>
            <a:r>
              <a:rPr sz="1800" b="0">
                <a:solidFill>
                  <a:srgbClr val="1E293B"/>
                </a:solidFill>
                <a:latin typeface="Segoe UI"/>
              </a:rPr>
              <a:t>modificamos la caché al instante (el elemento desaparece de la UI ya).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onError: </a:t>
            </a:r>
            <a:r>
              <a:rPr sz="1800" b="0">
                <a:solidFill>
                  <a:srgbClr val="1E293B"/>
                </a:solidFill>
                <a:latin typeface="Segoe UI"/>
              </a:rPr>
              <a:t>si la API rechaza, restauramos el estado anterior (rollback).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onSettled: </a:t>
            </a:r>
            <a:r>
              <a:rPr sz="1800" b="0">
                <a:solidFill>
                  <a:srgbClr val="1E293B"/>
                </a:solidFill>
                <a:latin typeface="Segoe UI"/>
              </a:rPr>
              <a:t>al final siempre se reconcilia contra el servidor (invalidate).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>
                <a:solidFill>
                  <a:srgbClr val="0F172A"/>
                </a:solidFill>
                <a:latin typeface="Consolas"/>
              </a:rPr>
              <a:t>    const eliminar = useMutation({
      mutationFn: (id) =&gt; apiRequest(`/productos/${id}`, { method: 'DELETE' }),
      onMutate: (id) =&gt; { cancelarQueries(); quitarDeLaCache(id); return { anterior }; },
      onError: (_e, _id, ctx) =&gt; restaurar(ctx.anterior),
      onSettled: () =&gt; invalidar(),
    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Por qué: </a:t>
            </a:r>
            <a:r>
              <a:rPr sz="1800" b="0">
                <a:solidFill>
                  <a:srgbClr val="1E293B"/>
                </a:solidFill>
                <a:latin typeface="Segoe UI"/>
              </a:rPr>
              <a:t>la app se siente rápida y, si falla, vuelve sola al estado correcto.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Taller Frontend · TanStack Query + React Hook Form + Zod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React Hook Form — por qué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34440"/>
            <a:ext cx="1005840" cy="6400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Segoe UI"/>
              </a:rPr>
              <a:t>Formularios gestionados sin estado manual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Maneja valores, errores por campo, touched y submit </a:t>
            </a:r>
            <a:r>
              <a:rPr sz="1800" b="0">
                <a:solidFill>
                  <a:srgbClr val="1E293B"/>
                </a:solidFill>
                <a:latin typeface="Segoe UI"/>
              </a:rPr>
              <a:t>sin useState por input.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Registro declarativo: </a:t>
            </a:r>
            <a:r>
              <a:rPr sz="1800" b="0">
                <a:solidFill>
                  <a:srgbClr val="1E293B"/>
                </a:solidFill>
                <a:latin typeface="Segoe UI"/>
              </a:rPr>
              <a:t>register('nombre') + valueAsNumber para los números.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Menos re-renders: </a:t>
            </a:r>
            <a:r>
              <a:rPr sz="1800" b="0">
                <a:solidFill>
                  <a:srgbClr val="1E293B"/>
                </a:solidFill>
                <a:latin typeface="Segoe UI"/>
              </a:rPr>
              <a:t>solo se actualiza lo que cambia.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Deshabilita el botón mientras se envía (isPending) </a:t>
            </a:r>
            <a:r>
              <a:rPr sz="1800" b="0">
                <a:solidFill>
                  <a:srgbClr val="1E293B"/>
                </a:solidFill>
                <a:latin typeface="Segoe UI"/>
              </a:rPr>
              <a:t>y cancela el submit si ya está en curso.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Por qué: </a:t>
            </a:r>
            <a:r>
              <a:rPr sz="1800" b="0">
                <a:solidFill>
                  <a:srgbClr val="1E293B"/>
                </a:solidFill>
                <a:latin typeface="Segoe UI"/>
              </a:rPr>
              <a:t>los formularios son la parte con más bugs; gestionarlos de una forma consistente los vuelve predecibles.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4748B"/>
                </a:solidFill>
                <a:latin typeface="Segoe UI"/>
              </a:rPr>
              <a:t>Componente ProductoForm.tsx: el mismo formulario sirve para alta y edición.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Taller Frontend · TanStack Query + React Hook Form + Zod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Zod — validación tipada compartida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34440"/>
            <a:ext cx="1005840" cy="6400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Segoe UI"/>
              </a:rPr>
              <a:t>Las reglas y los tipos en un solo lugar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Esquema = fuente única de verdad: </a:t>
            </a:r>
            <a:r>
              <a:rPr sz="1800" b="0">
                <a:solidFill>
                  <a:srgbClr val="1E293B"/>
                </a:solidFill>
                <a:latin typeface="Segoe UI"/>
              </a:rPr>
              <a:t>reglas (min, max, positive, int) y tipos inferidos (z.infer).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z.number({ message }) </a:t>
            </a:r>
            <a:r>
              <a:rPr sz="1800" b="0">
                <a:solidFill>
                  <a:srgbClr val="1E293B"/>
                </a:solidFill>
                <a:latin typeface="Segoe UI"/>
              </a:rPr>
              <a:t>da mensajes en español por campo.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Tipa el submit: </a:t>
            </a:r>
            <a:r>
              <a:rPr sz="1800" b="0">
                <a:solidFill>
                  <a:srgbClr val="1E293B"/>
                </a:solidFill>
                <a:latin typeface="Segoe UI"/>
              </a:rPr>
              <a:t>los valores del formulario llegan tipados a la mutación.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>
                <a:solidFill>
                  <a:srgbClr val="0F172A"/>
                </a:solidFill>
                <a:latin typeface="Consolas"/>
              </a:rPr>
              <a:t>    export const productoFormSchema = z.object({
      nombre: z.string().min(3, 'El nombre debe tener al menos 3 caracteres'),
      precio: z.number({ message: 'Ingresá un precio válido' }).positive(),
      stock: z.number().int().nonnegative(),
    });
    export type ProductoFormValues = z.infer&lt;typeof productoFormSchema&gt;;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Por qué: </a:t>
            </a:r>
            <a:r>
              <a:rPr sz="1800" b="0">
                <a:solidFill>
                  <a:srgbClr val="1E293B"/>
                </a:solidFill>
                <a:latin typeface="Segoe UI"/>
              </a:rPr>
              <a:t>la validación deja de estar duplicada en HTML + JS + backend y el tipado acompaña al dato.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Taller Frontend · TanStack Query + React Hook Form + Zod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React Hook Form + Zod (el puente)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34440"/>
            <a:ext cx="1005840" cy="6400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Segoe UI"/>
              </a:rPr>
              <a:t>zodResolver conecta el esquema con el formulario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El resolver valida en cada cambio y alimenta formState.errors </a:t>
            </a:r>
            <a:r>
              <a:rPr sz="1800" b="0">
                <a:solidFill>
                  <a:srgbClr val="1E293B"/>
                </a:solidFill>
                <a:latin typeface="Segoe UI"/>
              </a:rPr>
              <a:t>con los mensajes de Zod.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Los errores se muestran por campo </a:t>
            </a:r>
            <a:r>
              <a:rPr sz="1800" b="0">
                <a:solidFill>
                  <a:srgbClr val="1E293B"/>
                </a:solidFill>
                <a:latin typeface="Segoe UI"/>
              </a:rPr>
              <a:t>debajo de cada input, no en un bloque genérico.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>
                <a:solidFill>
                  <a:srgbClr val="0F172A"/>
                </a:solidFill>
                <a:latin typeface="Consolas"/>
              </a:rPr>
              <a:t>    const { register, handleSubmit, formState: { errors } } =
      useForm&lt;ProductoFormValues&gt;({
        resolver: zodResolver(productoFormSchema),
        defaultValues,  // precargado en edición
      });
    &lt;form onSubmit={handleSubmit(onSubmit)}&gt;
      &lt;input {...register('nombre')} /&gt;
      {errors.nombre &amp;&amp; &lt;p&gt;{errors.nombre.message}&lt;/p&gt;}
    &lt;/form&gt;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Por qué: </a:t>
            </a:r>
            <a:r>
              <a:rPr sz="1800" b="0">
                <a:solidFill>
                  <a:srgbClr val="1E293B"/>
                </a:solidFill>
                <a:latin typeface="Segoe UI"/>
              </a:rPr>
              <a:t>la misma validación tipada que define el contrato es la que corre en el navegador.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Taller Frontend · TanStack Query + React Hook Form + Zod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Zustand — estado del cliente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34440"/>
            <a:ext cx="1005840" cy="6400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Segoe UI"/>
              </a:rPr>
              <a:t>Lo que es solo del navegador no debe ir a la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Store global mínimo con hook: </a:t>
            </a:r>
            <a:r>
              <a:rPr sz="1800" b="0">
                <a:solidFill>
                  <a:srgbClr val="1E293B"/>
                </a:solidFill>
                <a:latin typeface="Segoe UI"/>
              </a:rPr>
              <a:t>useCarrito → items, agregar, quitar, limpiar.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Sin Provider: </a:t>
            </a:r>
            <a:r>
              <a:rPr sz="1800" b="0">
                <a:solidFill>
                  <a:srgbClr val="1E293B"/>
                </a:solidFill>
                <a:latin typeface="Segoe UI"/>
              </a:rPr>
              <a:t>se importa el hook y listo.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Suscriptores selectivos: </a:t>
            </a:r>
            <a:r>
              <a:rPr sz="1800" b="0">
                <a:solidFill>
                  <a:srgbClr val="1E293B"/>
                </a:solidFill>
                <a:latin typeface="Segoe UI"/>
              </a:rPr>
              <a:t>useCarrito((s) =&gt; s.items.length) solo re-renderiza el contador.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>
                <a:solidFill>
                  <a:srgbClr val="0F172A"/>
                </a:solidFill>
                <a:latin typeface="Consolas"/>
              </a:rPr>
              <a:t>    export const useCarrito = create((set) =&gt; ({
      items: [],
      agregar: (id) =&gt; set((s) =&gt; ({ items: [...s.items, id] })),
      quitar: (id) =&gt; set((s) =&gt; ({ items: s.items.filter((i) =&gt; i !== id) })),
    }));
    const cantidad = useCarrito((s) =&gt; s.items.length);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Por qué: </a:t>
            </a:r>
            <a:r>
              <a:rPr sz="1800" b="0">
                <a:solidFill>
                  <a:srgbClr val="1E293B"/>
                </a:solidFill>
                <a:latin typeface="Segoe UI"/>
              </a:rPr>
              <a:t>separar client state de server state evita el problema del slide 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Taller Frontend · TanStack Query + React Hook Form + Zod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Estados de UI en la práctica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34440"/>
            <a:ext cx="1005840" cy="6400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Segoe UI"/>
              </a:rPr>
              <a:t>Lo que pedía design.md: cada pantalla con carga, error, vacío y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LoadingSkeleton </a:t>
            </a:r>
            <a:r>
              <a:rPr sz="1800" b="1">
                <a:solidFill>
                  <a:srgbClr val="1E293B"/>
                </a:solidFill>
                <a:latin typeface="Segoe UI"/>
              </a:rPr>
              <a:t>· ErrorState con reintentar </a:t>
            </a:r>
            <a:r>
              <a:rPr sz="1800" b="1">
                <a:solidFill>
                  <a:srgbClr val="1E293B"/>
                </a:solidFill>
                <a:latin typeface="Segoe UI"/>
              </a:rPr>
              <a:t>· EmptyState </a:t>
            </a:r>
            <a:r>
              <a:rPr sz="1800" b="0">
                <a:solidFill>
                  <a:srgbClr val="1E293B"/>
                </a:solidFill>
                <a:latin typeface="Segoe UI"/>
              </a:rPr>
              <a:t>· datos.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Se resuelven una vez en componentes de UI </a:t>
            </a:r>
            <a:r>
              <a:rPr sz="1800" b="0">
                <a:solidFill>
                  <a:srgbClr val="1E293B"/>
                </a:solidFill>
                <a:latin typeface="Segoe UI"/>
              </a:rPr>
              <a:t>(components/ui/Estado.tsx) y se reutilizan en todas las entidades.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Con useQuery </a:t>
            </a:r>
            <a:r>
              <a:rPr sz="1800" b="0">
                <a:solidFill>
                  <a:srgbClr val="1E293B"/>
                </a:solidFill>
                <a:latin typeface="Segoe UI"/>
              </a:rPr>
              <a:t>isLoading / isError / data.length === 0 salen gratis; solo resta mostrarlos.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Por qué: </a:t>
            </a:r>
            <a:r>
              <a:rPr sz="1800" b="0">
                <a:solidFill>
                  <a:srgbClr val="1E293B"/>
                </a:solidFill>
                <a:latin typeface="Segoe UI"/>
              </a:rPr>
              <a:t>consistencia visual y menos decisiones por pantalla: el patrón se copia, no se reinventa.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Taller Frontend · TanStack Query + React Hook Form + Zod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Estructura del proyecto ejemplo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34440"/>
            <a:ext cx="1005840" cy="6400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Segoe UI"/>
              </a:rPr>
              <a:t>Material-Clase/react-query-rhf-example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>
                <a:solidFill>
                  <a:srgbClr val="0F172A"/>
                </a:solidFill>
                <a:latin typeface="Consolas"/>
              </a:rPr>
              <a:t>    backend/   → API mínima FastAPI con /api/productos (CRUD)
    frontend/
      lib/api.ts            cliente HTTP tipado (un solo fetch)
      lib/providers.tsx     QueryClientProvider global
      lib/store.ts          Zustand: carrito (client state)
      schemas/producto.ts   esquema Zod + tipos inferidos
      queries/productos.ts  hooks useQuery / useMutation
      components/ProductoForm.tsx   RHF + Zod (alta y edición)
      app/productos/        listado · nuevo · [id]/editar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Separación por responsabilidad: </a:t>
            </a:r>
            <a:r>
              <a:rPr sz="1800" b="0">
                <a:solidFill>
                  <a:srgbClr val="1E293B"/>
                </a:solidFill>
                <a:latin typeface="Segoe UI"/>
              </a:rPr>
              <a:t>datos (queries), contratos (schemas), UI (components) y páginas (app).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El frontend consume /api mediante rewrites </a:t>
            </a:r>
            <a:r>
              <a:rPr sz="1800" b="0">
                <a:solidFill>
                  <a:srgbClr val="1E293B"/>
                </a:solidFill>
                <a:latin typeface="Segoe UI"/>
              </a:rPr>
              <a:t>de next.config → localhost:8000.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Taller Frontend · TanStack Query + React Hook Form + Zod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Buenas prácticas y patrones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34440"/>
            <a:ext cx="1005840" cy="6400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Segoe UI"/>
              </a:rPr>
              <a:t>Lo que se espera ver en los proyectos de los grupos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Una capa de servicios/queries </a:t>
            </a:r>
            <a:r>
              <a:rPr sz="1800" b="0">
                <a:solidFill>
                  <a:srgbClr val="1E293B"/>
                </a:solidFill>
                <a:latin typeface="Segoe UI"/>
              </a:rPr>
              <a:t>y un cliente HTTP tipado; nunca fetch() suelto en componentes.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Esquemas Zod como contrato </a:t>
            </a:r>
            <a:r>
              <a:rPr sz="1800" b="0">
                <a:solidFill>
                  <a:srgbClr val="1E293B"/>
                </a:solidFill>
                <a:latin typeface="Segoe UI"/>
              </a:rPr>
              <a:t>compartido entre formularios y llamadas a la API.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Estados de UI centralizados </a:t>
            </a:r>
            <a:r>
              <a:rPr sz="1800" b="0">
                <a:solidFill>
                  <a:srgbClr val="1E293B"/>
                </a:solidFill>
                <a:latin typeface="Segoe UI"/>
              </a:rPr>
              <a:t>(Skeleton / ErrorState / EmptyState) reutilizables.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Invalidación después de cada mutación </a:t>
            </a:r>
            <a:r>
              <a:rPr sz="1800" b="0">
                <a:solidFill>
                  <a:srgbClr val="1E293B"/>
                </a:solidFill>
                <a:latin typeface="Segoe UI"/>
              </a:rPr>
              <a:t>y optimistic updates solo en acciones críticas (eliminar).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Mensajes de error en español por campo </a:t>
            </a:r>
            <a:r>
              <a:rPr sz="1800" b="0">
                <a:solidFill>
                  <a:srgbClr val="1E293B"/>
                </a:solidFill>
                <a:latin typeface="Segoe UI"/>
              </a:rPr>
              <a:t>y botón deshabilitado mientras se procesa.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Taller Frontend · TanStack Query + React Hook Form + Zod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Cómo se aplica a cada proyecto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34440"/>
            <a:ext cx="1005840" cy="6400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Segoe UI"/>
              </a:rPr>
              <a:t>El tema cierra la brecha de los grupos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G2 (Auto Market): </a:t>
            </a:r>
            <a:r>
              <a:rPr sz="1800" b="0">
                <a:solidFill>
                  <a:srgbClr val="1E293B"/>
                </a:solidFill>
                <a:latin typeface="Segoe UI"/>
              </a:rPr>
              <a:t>reemplazar MOCK_VEHICLES y filtros locales por useQuery conectado a /api/v1/vehicles.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G1 (Cafecito): </a:t>
            </a:r>
            <a:r>
              <a:rPr sz="1800" b="0">
                <a:solidFill>
                  <a:srgbClr val="1E293B"/>
                </a:solidFill>
                <a:latin typeface="Segoe UI"/>
              </a:rPr>
              <a:t>migrar los updates optimistas de mesas a useMutation con onMutate/onError.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G3 (Restaurante): </a:t>
            </a:r>
            <a:r>
              <a:rPr sz="1800" b="0">
                <a:solidFill>
                  <a:srgbClr val="1E293B"/>
                </a:solidFill>
                <a:latin typeface="Segoe UI"/>
              </a:rPr>
              <a:t>ya usa TanStack Query + RHF + Zod: sirve de referencia del patrón.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6366F1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G4 (Agro): </a:t>
            </a:r>
            <a:r>
              <a:rPr sz="1800" b="0">
                <a:solidFill>
                  <a:srgbClr val="1E293B"/>
                </a:solidFill>
                <a:latin typeface="Segoe UI"/>
              </a:rPr>
              <a:t>arrancar el frontend con esta estructura desde cero.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4748B"/>
                </a:solidFill>
                <a:latin typeface="Segoe UI"/>
              </a:rPr>
              <a:t>El objetivo: los 4 grupos terminan con fetching con caché, formularios validados y estados de UI consistentes.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Taller Frontend · TanStack Query + React Hook Form + Zod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286000"/>
            <a:ext cx="1463040" cy="8229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Segoe UI"/>
              </a:rPr>
              <a:t>Para llevar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E0E7FF"/>
                </a:solidFill>
                <a:latin typeface="Segoe UI"/>
              </a:rPr>
              <a:t>TanStack Query para los datos · React Hook Form + Zod para los formularios · Zustand para la UI.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CBD5E1"/>
                </a:solidFill>
                <a:latin typeface="Segoe UI"/>
              </a:rPr>
              <a:t>Proyecto de práctica: Material-Clase/react-query-rhf-example
Presentación: tanstack-query-rhf.pptx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4748B"/>
                </a:solidFill>
                <a:latin typeface="Segoe UI"/>
              </a:rPr>
              <a:t>¡A programar!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